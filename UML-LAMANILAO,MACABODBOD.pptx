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9" d="100"/>
          <a:sy n="99" d="100"/>
        </p:scale>
        <p:origin x="108" y="22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817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553782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10/29/2025</a:t>
            </a:fld>
            <a:endParaRPr lang="en-US"/>
          </a:p>
        </p:txBody>
      </p:sp>
      <p:sp>
        <p:nvSpPr>
          <p:cNvPr id="156779269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4900823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858469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802703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027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949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0685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4677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4878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6812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BA2622-40BD-E714-2F44-F36686B3E71F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771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04255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068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6B6517-932E-9DC1-4F6C-7AD198B3651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77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4150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07121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65F302-B621-3082-408D-98DEC676FF0E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885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5160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905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506046-2BD3-33CC-427E-31C33F57EA95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078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639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726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A42645-1DF2-30D2-C1F8-A7384B0485BC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600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1757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7738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60F399-4AF9-BA1B-E10A-FA6EA7CBA707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8064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5584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0720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C3DC0D-F6C8-42F3-9590-0100E175CAA4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168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2969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14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4B47A7-0410-A404-EE0A-3A82BB22AFB0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204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82348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7088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943046-34FE-0AD0-1031-7ED97AC13BAE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738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9478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27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00BAA8-A66E-4710-1E31-7F41A1490320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9315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3599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2681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AE9CA2-50F1-FD7E-E289-04A27EE461B3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805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9646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745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0F2391-057C-7A5E-AD14-EBD026F017B7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3479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50560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50014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696FE0-4A41-5D25-6EE3-87AC7CEE315D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5240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5076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146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B62E97-F237-A9C6-B110-49F6B889A762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225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1198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57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BEFE02-E84B-A57F-8553-8A2225452F0A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667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8923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764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87C787-475A-D3E5-189B-430CF2983D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89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7729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621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F665DF-9BC2-203B-98D0-E9E54D912C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391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57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245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ACB971-D8A0-4E3D-4313-3FDF7276FE65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9657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847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614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6C4612-14DF-A5CB-9231-D075A00C92DA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8377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7411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9647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1F2728-0FB2-8832-31D4-976B1AA2C174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0654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9275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196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C3E37-81A1-B530-1AE6-9FA40A10B8CD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335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3314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0485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2CE8E2-3C5A-943B-F289-7C3CDFC71F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49325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n-US"/>
              <a:t>10/29/2025</a:t>
            </a:fld>
            <a:endParaRPr/>
          </a:p>
        </p:txBody>
      </p:sp>
      <p:sp>
        <p:nvSpPr>
          <p:cNvPr id="2079393152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0355655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090355268" name="Subtitle 2"/>
          <p:cNvSpPr>
            <a:spLocks noGrp="1"/>
          </p:cNvSpPr>
          <p:nvPr>
            <p:ph type="subTitle" idx="1"/>
          </p:nvPr>
        </p:nvSpPr>
        <p:spPr bwMode="auto">
          <a:xfrm>
            <a:off x="1871530" y="3212975"/>
            <a:ext cx="8534399" cy="1752599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958918894" name="Title 1"/>
          <p:cNvSpPr>
            <a:spLocks noGrp="1"/>
          </p:cNvSpPr>
          <p:nvPr>
            <p:ph type="title"/>
          </p:nvPr>
        </p:nvSpPr>
        <p:spPr bwMode="auto">
          <a:xfrm>
            <a:off x="920054" y="1204857"/>
            <a:ext cx="10339617" cy="1910715"/>
          </a:xfrm>
        </p:spPr>
        <p:txBody>
          <a:bodyPr anchor="b"/>
          <a:lstStyle>
            <a:lvl1pPr algn="ctr">
              <a:defRPr sz="5400" b="0" cap="none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17023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7688273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n-US"/>
              <a:t>10/29/2025</a:t>
            </a:fld>
            <a:endParaRPr/>
          </a:p>
        </p:txBody>
      </p:sp>
      <p:sp>
        <p:nvSpPr>
          <p:cNvPr id="143419765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3732986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687397988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2443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32331" y="1484784"/>
            <a:ext cx="10312995" cy="410445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9751777" name="Title 10"/>
          <p:cNvSpPr>
            <a:spLocks noGrp="1"/>
          </p:cNvSpPr>
          <p:nvPr>
            <p:ph type="title"/>
          </p:nvPr>
        </p:nvSpPr>
        <p:spPr bwMode="auto">
          <a:xfrm>
            <a:off x="925158" y="116631"/>
            <a:ext cx="10341684" cy="1054250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12669091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n-US"/>
              <a:t>10/29/2025</a:t>
            </a:fld>
            <a:endParaRPr/>
          </a:p>
        </p:txBody>
      </p:sp>
      <p:sp>
        <p:nvSpPr>
          <p:cNvPr id="169009681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8942572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33698" name="Title 1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08061381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n-US"/>
              <a:t>10/29/2025</a:t>
            </a:fld>
            <a:endParaRPr/>
          </a:p>
        </p:txBody>
      </p:sp>
      <p:sp>
        <p:nvSpPr>
          <p:cNvPr id="1939524990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929406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9927198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9402" y="1556793"/>
            <a:ext cx="5071871" cy="4563770"/>
          </a:xfrm>
        </p:spPr>
        <p:txBody>
          <a:bodyPr/>
          <a:lstStyle>
            <a:lvl1pPr marL="174623" indent="-174623">
              <a:defRPr sz="2400"/>
            </a:lvl1pPr>
            <a:lvl2pPr marL="533399" indent="-174623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3">
              <a:defRPr sz="1600"/>
            </a:lvl4pPr>
            <a:lvl5pPr marL="1523999" indent="-174623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08000601" name="Content Placeholder 3"/>
          <p:cNvSpPr>
            <a:spLocks noGrp="1"/>
          </p:cNvSpPr>
          <p:nvPr>
            <p:ph sz="half" idx="13"/>
          </p:nvPr>
        </p:nvSpPr>
        <p:spPr bwMode="auto">
          <a:xfrm>
            <a:off x="6288021" y="1556793"/>
            <a:ext cx="5071871" cy="4563770"/>
          </a:xfrm>
        </p:spPr>
        <p:txBody>
          <a:bodyPr/>
          <a:lstStyle>
            <a:lvl1pPr marL="174623" indent="-174623">
              <a:defRPr sz="2400"/>
            </a:lvl1pPr>
            <a:lvl2pPr marL="533399" indent="-174623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3">
              <a:defRPr sz="1600"/>
            </a:lvl4pPr>
            <a:lvl5pPr marL="1523999" indent="-174623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0831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406159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9402" y="1556791"/>
            <a:ext cx="5080583" cy="658367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539516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9402" y="2492895"/>
            <a:ext cx="5071871" cy="3627666"/>
          </a:xfrm>
        </p:spPr>
        <p:txBody>
          <a:bodyPr/>
          <a:lstStyle>
            <a:lvl1pPr marL="174623" indent="-174623">
              <a:defRPr sz="2400"/>
            </a:lvl1pPr>
            <a:lvl2pPr marL="533399" indent="-174623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3">
              <a:defRPr sz="1600"/>
            </a:lvl4pPr>
            <a:lvl5pPr marL="1523999" indent="-174623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280869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384031" y="1556791"/>
            <a:ext cx="5074114" cy="658367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33666030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n-US"/>
              <a:t>10/29/2025</a:t>
            </a:fld>
            <a:endParaRPr/>
          </a:p>
        </p:txBody>
      </p:sp>
      <p:sp>
        <p:nvSpPr>
          <p:cNvPr id="639460653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534032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289636800" name="Content Placeholder 3"/>
          <p:cNvSpPr>
            <a:spLocks noGrp="1"/>
          </p:cNvSpPr>
          <p:nvPr>
            <p:ph sz="half" idx="13"/>
          </p:nvPr>
        </p:nvSpPr>
        <p:spPr bwMode="auto">
          <a:xfrm>
            <a:off x="6288021" y="2492897"/>
            <a:ext cx="5071871" cy="3780066"/>
          </a:xfrm>
        </p:spPr>
        <p:txBody>
          <a:bodyPr/>
          <a:lstStyle>
            <a:lvl1pPr marL="174623" indent="-174623">
              <a:defRPr sz="2400"/>
            </a:lvl1pPr>
            <a:lvl2pPr marL="533399" indent="-174623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3">
              <a:defRPr sz="1600"/>
            </a:lvl4pPr>
            <a:lvl5pPr marL="1523999" indent="-174623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8078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99489727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n-US"/>
              <a:t>10/29/2025</a:t>
            </a:fld>
            <a:endParaRPr/>
          </a:p>
        </p:txBody>
      </p:sp>
      <p:sp>
        <p:nvSpPr>
          <p:cNvPr id="85798628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790203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1521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n-US"/>
              <a:t>10/29/2025</a:t>
            </a:fld>
            <a:endParaRPr/>
          </a:p>
        </p:txBody>
      </p:sp>
      <p:sp>
        <p:nvSpPr>
          <p:cNvPr id="607858471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817562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075040" name="Title 1"/>
          <p:cNvSpPr>
            <a:spLocks noGrp="1"/>
          </p:cNvSpPr>
          <p:nvPr>
            <p:ph type="title"/>
          </p:nvPr>
        </p:nvSpPr>
        <p:spPr bwMode="auto">
          <a:xfrm>
            <a:off x="6712773" y="596974"/>
            <a:ext cx="4563310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6285008" name="Content Placeholder 2"/>
          <p:cNvSpPr>
            <a:spLocks noGrp="1"/>
          </p:cNvSpPr>
          <p:nvPr>
            <p:ph idx="1"/>
          </p:nvPr>
        </p:nvSpPr>
        <p:spPr bwMode="auto">
          <a:xfrm>
            <a:off x="922668" y="559398"/>
            <a:ext cx="5488889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495997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712773" y="2618910"/>
            <a:ext cx="4548966" cy="350219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77991351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n-US"/>
              <a:t>10/29/2025</a:t>
            </a:fld>
            <a:endParaRPr/>
          </a:p>
        </p:txBody>
      </p:sp>
      <p:sp>
        <p:nvSpPr>
          <p:cNvPr id="98551350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761036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840065" name="Title 1"/>
          <p:cNvSpPr>
            <a:spLocks noGrp="1"/>
          </p:cNvSpPr>
          <p:nvPr>
            <p:ph type="title"/>
          </p:nvPr>
        </p:nvSpPr>
        <p:spPr bwMode="auto">
          <a:xfrm>
            <a:off x="903642" y="4668818"/>
            <a:ext cx="10356027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4945284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7985" y="5324305"/>
            <a:ext cx="1034168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1669940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543606" y="620687"/>
            <a:ext cx="6929454" cy="3897818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324963313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n-US"/>
              <a:t>10/29/2025</a:t>
            </a:fld>
            <a:endParaRPr/>
          </a:p>
        </p:txBody>
      </p:sp>
      <p:sp>
        <p:nvSpPr>
          <p:cNvPr id="164426693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961450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1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420263" name="Title Placeholder 1"/>
          <p:cNvSpPr>
            <a:spLocks noGrp="1"/>
          </p:cNvSpPr>
          <p:nvPr>
            <p:ph type="title"/>
          </p:nvPr>
        </p:nvSpPr>
        <p:spPr bwMode="auto">
          <a:xfrm>
            <a:off x="925158" y="116631"/>
            <a:ext cx="10341684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138305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32330" y="1772815"/>
            <a:ext cx="10327339" cy="4320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0173191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n-US"/>
              <a:t>10/29/2025</a:t>
            </a:fld>
            <a:endParaRPr/>
          </a:p>
        </p:txBody>
      </p:sp>
      <p:sp>
        <p:nvSpPr>
          <p:cNvPr id="113613428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203860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42900" indent="-342900" algn="l" defTabSz="914400" rtl="0">
        <a:spcBef>
          <a:spcPts val="0"/>
        </a:spcBef>
        <a:buClrTx/>
        <a:buFont typeface="Arial"/>
        <a:buChar char="•"/>
        <a:defRPr sz="24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754379" indent="-342900" algn="l" defTabSz="914400" rtl="0">
        <a:spcBef>
          <a:spcPts val="0"/>
        </a:spcBef>
        <a:buClrTx/>
        <a:buFont typeface="Times New Roman"/>
        <a:buChar char="–"/>
        <a:defRPr sz="2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1120140" indent="-342900" algn="l" defTabSz="914400" rtl="0">
        <a:spcBef>
          <a:spcPts val="0"/>
        </a:spcBef>
        <a:buClrTx/>
        <a:buFont typeface="Arial"/>
        <a:buChar char="•"/>
        <a:defRPr sz="20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3pPr>
      <a:lvl4pPr marL="1474470" indent="-285750" algn="l" defTabSz="914400" rtl="0">
        <a:spcBef>
          <a:spcPts val="0"/>
        </a:spcBef>
        <a:buClrTx/>
        <a:buFont typeface="Times New Roman"/>
        <a:buChar char="–"/>
        <a:defRPr sz="18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4pPr>
      <a:lvl5pPr marL="1794509" indent="-285750" algn="l" defTabSz="914400" rtl="0">
        <a:spcBef>
          <a:spcPts val="0"/>
        </a:spcBef>
        <a:buClrTx/>
        <a:buFont typeface="Times New Roman"/>
        <a:buChar char="»"/>
        <a:defRPr sz="16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>
        <a:spcBef>
          <a:spcPts val="398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>
        <a:spcBef>
          <a:spcPts val="398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>
        <a:spcBef>
          <a:spcPts val="398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>
        <a:spcBef>
          <a:spcPts val="398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56391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9000"/>
              <a:t>Examify</a:t>
            </a:r>
            <a:endParaRPr/>
          </a:p>
        </p:txBody>
      </p:sp>
      <p:sp>
        <p:nvSpPr>
          <p:cNvPr id="567832372" name="Subtitle 2"/>
          <p:cNvSpPr>
            <a:spLocks noGrp="1"/>
          </p:cNvSpPr>
          <p:nvPr>
            <p:ph type="subTitle" idx="1"/>
          </p:nvPr>
        </p:nvSpPr>
        <p:spPr bwMode="auto">
          <a:xfrm>
            <a:off x="1927015" y="4368922"/>
            <a:ext cx="8534399" cy="1752599"/>
          </a:xfrm>
        </p:spPr>
        <p:txBody>
          <a:bodyPr/>
          <a:lstStyle/>
          <a:p>
            <a:pPr>
              <a:defRPr/>
            </a:pPr>
            <a:r>
              <a:rPr lang="en-US"/>
              <a:t>Exzur G. Lamanilao</a:t>
            </a:r>
            <a:endParaRPr/>
          </a:p>
          <a:p>
            <a:pPr>
              <a:defRPr/>
            </a:pPr>
            <a:r>
              <a:rPr lang="en-US"/>
              <a:t>Lance Macabodbod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954163" name="Title 1"/>
          <p:cNvSpPr>
            <a:spLocks noGrp="1"/>
          </p:cNvSpPr>
          <p:nvPr>
            <p:ph type="ctrTitle"/>
          </p:nvPr>
        </p:nvSpPr>
        <p:spPr bwMode="auto">
          <a:xfrm>
            <a:off x="1077262" y="2536507"/>
            <a:ext cx="10339616" cy="1910715"/>
          </a:xfrm>
        </p:spPr>
        <p:txBody>
          <a:bodyPr/>
          <a:lstStyle/>
          <a:p>
            <a:pPr>
              <a:defRPr/>
            </a:pPr>
            <a:r>
              <a:rPr lang="en-US" sz="8000"/>
              <a:t>USE CASE DIAGRAM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9379624" name="Picture 177509447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53276" y="192263"/>
            <a:ext cx="6359903" cy="6473473"/>
          </a:xfrm>
          <a:prstGeom prst="rect">
            <a:avLst/>
          </a:prstGeom>
        </p:spPr>
      </p:pic>
      <p:sp>
        <p:nvSpPr>
          <p:cNvPr id="1589173392" name="TextBox 2025781890"/>
          <p:cNvSpPr txBox="1"/>
          <p:nvPr/>
        </p:nvSpPr>
        <p:spPr bwMode="auto">
          <a:xfrm>
            <a:off x="870218" y="2765023"/>
            <a:ext cx="15216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49913" name="TextBox 105168116"/>
          <p:cNvSpPr txBox="1"/>
          <p:nvPr/>
        </p:nvSpPr>
        <p:spPr bwMode="auto">
          <a:xfrm>
            <a:off x="583543" y="2765023"/>
            <a:ext cx="152272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1.1</a:t>
            </a:r>
            <a:endParaRPr/>
          </a:p>
        </p:txBody>
      </p:sp>
      <p:pic>
        <p:nvPicPr>
          <p:cNvPr id="1289243895" name="Picture 115605403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47159" y="120218"/>
            <a:ext cx="7829550" cy="6457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687194" name="TextBox 793784328"/>
          <p:cNvSpPr txBox="1"/>
          <p:nvPr/>
        </p:nvSpPr>
        <p:spPr bwMode="auto">
          <a:xfrm>
            <a:off x="583543" y="2765023"/>
            <a:ext cx="15234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1.2</a:t>
            </a:r>
            <a:endParaRPr/>
          </a:p>
        </p:txBody>
      </p:sp>
      <p:pic>
        <p:nvPicPr>
          <p:cNvPr id="1240213927" name="Picture 154771713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67448" y="372933"/>
            <a:ext cx="7257102" cy="61121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626366" name="TextBox 501225861"/>
          <p:cNvSpPr txBox="1"/>
          <p:nvPr/>
        </p:nvSpPr>
        <p:spPr bwMode="auto">
          <a:xfrm>
            <a:off x="583543" y="2765023"/>
            <a:ext cx="152416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1.3</a:t>
            </a:r>
            <a:endParaRPr/>
          </a:p>
        </p:txBody>
      </p:sp>
      <p:pic>
        <p:nvPicPr>
          <p:cNvPr id="180044149" name="Picture 79452130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031737" y="1183688"/>
            <a:ext cx="8886825" cy="5391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293890" name="TextBox 778468146"/>
          <p:cNvSpPr txBox="1"/>
          <p:nvPr/>
        </p:nvSpPr>
        <p:spPr bwMode="auto">
          <a:xfrm>
            <a:off x="583543" y="2765023"/>
            <a:ext cx="152488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1.4</a:t>
            </a:r>
            <a:endParaRPr/>
          </a:p>
        </p:txBody>
      </p:sp>
      <p:pic>
        <p:nvPicPr>
          <p:cNvPr id="827920829" name="Picture 144985412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0813" y="850776"/>
            <a:ext cx="7795760" cy="5049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751102" name="TextBox 1463004608"/>
          <p:cNvSpPr txBox="1"/>
          <p:nvPr/>
        </p:nvSpPr>
        <p:spPr bwMode="auto">
          <a:xfrm>
            <a:off x="583543" y="2765023"/>
            <a:ext cx="152560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1.5</a:t>
            </a:r>
            <a:endParaRPr/>
          </a:p>
        </p:txBody>
      </p:sp>
      <p:pic>
        <p:nvPicPr>
          <p:cNvPr id="1249788719" name="Picture 132188357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63931" y="268179"/>
            <a:ext cx="9048749" cy="6229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73387" name="TextBox 1023327420"/>
          <p:cNvSpPr txBox="1"/>
          <p:nvPr/>
        </p:nvSpPr>
        <p:spPr bwMode="auto">
          <a:xfrm>
            <a:off x="583543" y="2765023"/>
            <a:ext cx="152632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1.6</a:t>
            </a:r>
            <a:endParaRPr/>
          </a:p>
        </p:txBody>
      </p:sp>
      <p:pic>
        <p:nvPicPr>
          <p:cNvPr id="1902118924" name="Picture 142072554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043713" y="1248422"/>
            <a:ext cx="9353549" cy="4724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13945" name="TextBox 1009929021"/>
          <p:cNvSpPr txBox="1"/>
          <p:nvPr/>
        </p:nvSpPr>
        <p:spPr bwMode="auto">
          <a:xfrm>
            <a:off x="583543" y="2765023"/>
            <a:ext cx="15270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1.7</a:t>
            </a:r>
            <a:endParaRPr/>
          </a:p>
        </p:txBody>
      </p:sp>
      <p:pic>
        <p:nvPicPr>
          <p:cNvPr id="496831268" name="Picture 156704847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77111" y="415105"/>
            <a:ext cx="7237775" cy="61592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273274" name="TextBox 275883424"/>
          <p:cNvSpPr txBox="1"/>
          <p:nvPr/>
        </p:nvSpPr>
        <p:spPr bwMode="auto">
          <a:xfrm>
            <a:off x="583543" y="2765023"/>
            <a:ext cx="152776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1.8</a:t>
            </a:r>
            <a:endParaRPr/>
          </a:p>
        </p:txBody>
      </p:sp>
      <p:pic>
        <p:nvPicPr>
          <p:cNvPr id="2056159606" name="Picture 200246672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95121" y="305169"/>
            <a:ext cx="6638924" cy="5915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239159" name="TextBox 1867010295"/>
          <p:cNvSpPr txBox="1"/>
          <p:nvPr/>
        </p:nvSpPr>
        <p:spPr bwMode="auto">
          <a:xfrm>
            <a:off x="583543" y="2765023"/>
            <a:ext cx="15288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1</a:t>
            </a:r>
            <a:r>
              <a:rPr lang="en-US"/>
              <a:t>.9</a:t>
            </a:r>
            <a:endParaRPr/>
          </a:p>
        </p:txBody>
      </p:sp>
      <p:pic>
        <p:nvPicPr>
          <p:cNvPr id="2137060272" name="Picture 198064788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47974" y="730558"/>
            <a:ext cx="6496049" cy="4905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917742" name="Title 1"/>
          <p:cNvSpPr>
            <a:spLocks noGrp="1"/>
          </p:cNvSpPr>
          <p:nvPr>
            <p:ph type="ctrTitle"/>
          </p:nvPr>
        </p:nvSpPr>
        <p:spPr bwMode="auto">
          <a:xfrm>
            <a:off x="1077262" y="2536507"/>
            <a:ext cx="10339616" cy="1910715"/>
          </a:xfrm>
        </p:spPr>
        <p:txBody>
          <a:bodyPr/>
          <a:lstStyle/>
          <a:p>
            <a:pPr>
              <a:defRPr/>
            </a:pPr>
            <a:r>
              <a:rPr lang="en-US" sz="8000"/>
              <a:t>ACTIVITY DIAGRAM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3319869" name="Picture 208849227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86224" y="263085"/>
            <a:ext cx="8389006" cy="6331829"/>
          </a:xfrm>
          <a:prstGeom prst="rect">
            <a:avLst/>
          </a:prstGeom>
        </p:spPr>
      </p:pic>
      <p:sp>
        <p:nvSpPr>
          <p:cNvPr id="991688478" name="TextBox 1"/>
          <p:cNvSpPr txBox="1"/>
          <p:nvPr/>
        </p:nvSpPr>
        <p:spPr bwMode="auto">
          <a:xfrm>
            <a:off x="583543" y="2765023"/>
            <a:ext cx="15288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723681" name="Title 1"/>
          <p:cNvSpPr>
            <a:spLocks noGrp="1"/>
          </p:cNvSpPr>
          <p:nvPr>
            <p:ph type="ctrTitle"/>
          </p:nvPr>
        </p:nvSpPr>
        <p:spPr bwMode="auto">
          <a:xfrm>
            <a:off x="1077262" y="2536507"/>
            <a:ext cx="10339616" cy="1910715"/>
          </a:xfrm>
        </p:spPr>
        <p:txBody>
          <a:bodyPr/>
          <a:lstStyle/>
          <a:p>
            <a:pPr>
              <a:defRPr/>
            </a:pPr>
            <a:r>
              <a:rPr lang="en-US" sz="8000"/>
              <a:t>SEQUENCE DIAGRAM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7626549" name="Picture 145173378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94344" y="470536"/>
            <a:ext cx="8681136" cy="6037534"/>
          </a:xfrm>
          <a:prstGeom prst="rect">
            <a:avLst/>
          </a:prstGeom>
        </p:spPr>
      </p:pic>
      <p:sp>
        <p:nvSpPr>
          <p:cNvPr id="1306660773" name="TextBox 1628493518"/>
          <p:cNvSpPr txBox="1"/>
          <p:nvPr/>
        </p:nvSpPr>
        <p:spPr bwMode="auto">
          <a:xfrm>
            <a:off x="583542" y="2765023"/>
            <a:ext cx="1535679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Login Sequence</a:t>
            </a:r>
            <a:endParaRPr/>
          </a:p>
        </p:txBody>
      </p:sp>
      <p:sp>
        <p:nvSpPr>
          <p:cNvPr id="1734025744" name="TextBox 1"/>
          <p:cNvSpPr txBox="1"/>
          <p:nvPr/>
        </p:nvSpPr>
        <p:spPr bwMode="auto">
          <a:xfrm>
            <a:off x="452100" y="2293385"/>
            <a:ext cx="15288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3.1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18008" name="TextBox 1628493518"/>
          <p:cNvSpPr txBox="1"/>
          <p:nvPr/>
        </p:nvSpPr>
        <p:spPr bwMode="auto">
          <a:xfrm>
            <a:off x="583541" y="2765022"/>
            <a:ext cx="1540358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Create-Topic</a:t>
            </a:r>
            <a:endParaRPr/>
          </a:p>
          <a:p>
            <a:pPr>
              <a:defRPr/>
            </a:pPr>
            <a:r>
              <a:rPr/>
              <a:t>Sequence</a:t>
            </a:r>
            <a:endParaRPr/>
          </a:p>
        </p:txBody>
      </p:sp>
      <p:sp>
        <p:nvSpPr>
          <p:cNvPr id="962640080" name="TextBox 1"/>
          <p:cNvSpPr txBox="1"/>
          <p:nvPr/>
        </p:nvSpPr>
        <p:spPr bwMode="auto">
          <a:xfrm>
            <a:off x="452099" y="2293384"/>
            <a:ext cx="152955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3.2</a:t>
            </a:r>
            <a:endParaRPr/>
          </a:p>
        </p:txBody>
      </p:sp>
      <p:pic>
        <p:nvPicPr>
          <p:cNvPr id="21126936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80388" y="317897"/>
            <a:ext cx="7036178" cy="62222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863827" name="TextBox 1628493518"/>
          <p:cNvSpPr txBox="1"/>
          <p:nvPr/>
        </p:nvSpPr>
        <p:spPr bwMode="auto">
          <a:xfrm>
            <a:off x="583541" y="2765022"/>
            <a:ext cx="1543598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Create-Quiz</a:t>
            </a:r>
            <a:endParaRPr/>
          </a:p>
          <a:p>
            <a:pPr>
              <a:defRPr/>
            </a:pPr>
            <a:r>
              <a:rPr/>
              <a:t>Sequence</a:t>
            </a:r>
            <a:endParaRPr/>
          </a:p>
        </p:txBody>
      </p:sp>
      <p:sp>
        <p:nvSpPr>
          <p:cNvPr id="1329987946" name="TextBox 1"/>
          <p:cNvSpPr txBox="1"/>
          <p:nvPr/>
        </p:nvSpPr>
        <p:spPr bwMode="auto">
          <a:xfrm>
            <a:off x="452099" y="2293384"/>
            <a:ext cx="152955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3.3</a:t>
            </a:r>
            <a:endParaRPr/>
          </a:p>
        </p:txBody>
      </p:sp>
      <p:pic>
        <p:nvPicPr>
          <p:cNvPr id="6357420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89635" y="68004"/>
            <a:ext cx="6670807" cy="67219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504458" name="TextBox 1437032461"/>
          <p:cNvSpPr txBox="1"/>
          <p:nvPr/>
        </p:nvSpPr>
        <p:spPr bwMode="auto">
          <a:xfrm>
            <a:off x="583541" y="2765022"/>
            <a:ext cx="1542158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Take-Quiz Sequence</a:t>
            </a:r>
            <a:endParaRPr/>
          </a:p>
        </p:txBody>
      </p:sp>
      <p:pic>
        <p:nvPicPr>
          <p:cNvPr id="13930429" name="Picture 29843205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80072" y="596976"/>
            <a:ext cx="8124824" cy="5524499"/>
          </a:xfrm>
          <a:prstGeom prst="rect">
            <a:avLst/>
          </a:prstGeom>
        </p:spPr>
      </p:pic>
      <p:sp>
        <p:nvSpPr>
          <p:cNvPr id="1976239650" name="TextBox 1"/>
          <p:cNvSpPr txBox="1"/>
          <p:nvPr/>
        </p:nvSpPr>
        <p:spPr bwMode="auto">
          <a:xfrm>
            <a:off x="452099" y="2293384"/>
            <a:ext cx="152955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3.4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8577" name="Title 1"/>
          <p:cNvSpPr>
            <a:spLocks noGrp="1"/>
          </p:cNvSpPr>
          <p:nvPr>
            <p:ph type="ctrTitle"/>
          </p:nvPr>
        </p:nvSpPr>
        <p:spPr bwMode="auto">
          <a:xfrm>
            <a:off x="1077262" y="2536507"/>
            <a:ext cx="10339616" cy="1910715"/>
          </a:xfrm>
        </p:spPr>
        <p:txBody>
          <a:bodyPr/>
          <a:lstStyle/>
          <a:p>
            <a:pPr>
              <a:defRPr/>
            </a:pPr>
            <a:r>
              <a:rPr lang="en-US" sz="8000"/>
              <a:t>CLASS DIAGRAM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6049953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82081" y="195219"/>
            <a:ext cx="7541090" cy="6467562"/>
          </a:xfrm>
          <a:prstGeom prst="rect">
            <a:avLst/>
          </a:prstGeom>
        </p:spPr>
      </p:pic>
      <p:sp>
        <p:nvSpPr>
          <p:cNvPr id="1254091220" name="TextBox 3"/>
          <p:cNvSpPr txBox="1"/>
          <p:nvPr/>
        </p:nvSpPr>
        <p:spPr bwMode="auto">
          <a:xfrm>
            <a:off x="452100" y="2293385"/>
            <a:ext cx="15288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 lang="en-US"/>
              <a:t>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790979" name="Title 1"/>
          <p:cNvSpPr>
            <a:spLocks noGrp="1"/>
          </p:cNvSpPr>
          <p:nvPr>
            <p:ph type="ctrTitle"/>
          </p:nvPr>
        </p:nvSpPr>
        <p:spPr bwMode="auto">
          <a:xfrm>
            <a:off x="1077262" y="2536507"/>
            <a:ext cx="10339616" cy="1910715"/>
          </a:xfrm>
        </p:spPr>
        <p:txBody>
          <a:bodyPr/>
          <a:lstStyle/>
          <a:p>
            <a:pPr>
              <a:defRPr/>
            </a:pPr>
            <a:r>
              <a:rPr lang="en-US" sz="8000"/>
              <a:t>DEPLOYMENT DIAGRAM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343575" name="TextBox 3"/>
          <p:cNvSpPr txBox="1"/>
          <p:nvPr/>
        </p:nvSpPr>
        <p:spPr bwMode="auto">
          <a:xfrm>
            <a:off x="452099" y="2293384"/>
            <a:ext cx="152955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FIGURE </a:t>
            </a:r>
            <a:r>
              <a:rPr/>
              <a:t>5</a:t>
            </a:r>
            <a:endParaRPr/>
          </a:p>
        </p:txBody>
      </p:sp>
      <p:pic>
        <p:nvPicPr>
          <p:cNvPr id="1458713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27888" y="1201804"/>
            <a:ext cx="9613662" cy="44543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ines">
  <a:themeElements>
    <a:clrScheme name="Lines">
      <a:dk1>
        <a:sysClr val="windowText" lastClr="000000"/>
      </a:dk1>
      <a:lt1>
        <a:srgbClr val="D4735E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3300"/>
      </a:hlink>
      <a:folHlink>
        <a:srgbClr val="B2B2B2"/>
      </a:folHlink>
    </a:clrScheme>
    <a:fontScheme name="Times New Roma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>
          <a:blip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algn="tl" flip="none" sx="60000" sy="60000" tx="0" ty="0"/>
        </a:blipFill>
        <a:blipFill>
          <a:blip r:embed="rId1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>
    <a:spDef>
      <a:spPr bwMode="auto"/>
      <a:bodyPr/>
      <a:lstStyle/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23</Slides>
  <Notes>23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2025-11-04T14:32:19Z</dcterms:modified>
</cp:coreProperties>
</file>